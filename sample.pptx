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9" d="100"/>
          <a:sy n="39" d="100"/>
        </p:scale>
        <p:origin x="-1428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sakshi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1897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On-screen Show (4:3)</PresentationFormat>
  <Paragraphs>1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sakshi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sakshi</dc:title>
  <dc:creator>admin</dc:creator>
  <cp:lastModifiedBy>admin</cp:lastModifiedBy>
  <cp:revision>1</cp:revision>
  <dcterms:created xsi:type="dcterms:W3CDTF">2006-08-16T00:00:00Z</dcterms:created>
  <dcterms:modified xsi:type="dcterms:W3CDTF">2026-06-17T03:37:44Z</dcterms:modified>
</cp:coreProperties>
</file>